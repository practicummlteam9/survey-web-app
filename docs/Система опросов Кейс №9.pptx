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Proxima Nova"/>
      <p:regular r:id="rId25"/>
      <p:bold r:id="rId26"/>
      <p:italic r:id="rId27"/>
      <p:boldItalic r:id="rId28"/>
    </p:embeddedFont>
    <p:embeddedFont>
      <p:font typeface="Robo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bold.fntdata"/><Relationship Id="rId25" Type="http://schemas.openxmlformats.org/officeDocument/2006/relationships/font" Target="fonts/ProximaNova-regular.fntdata"/><Relationship Id="rId28" Type="http://schemas.openxmlformats.org/officeDocument/2006/relationships/font" Target="fonts/ProximaNova-boldItalic.fntdata"/><Relationship Id="rId27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Мы совсем недавно собрались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ed1dfb3f94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ed1dfb3f94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774c6cd1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774c6cd1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Крупный бизнес и госкорпорации: HR-департаменты, отделы внутренних коммуникаций и топ-менеджмент, которым нужны инструменты для оценки вовлеченности, eNPS и сбора обратной связи от сотрудников. В РФ этот сегмент также мотивирован на импортозамещение и выполнение требований 152-ФЗ о локализации данных.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Образовательные учреждения: Учителя, преподаватели вузов и EdTech-платформы, использующие сервисы для проведения викторин и тестов с автоматической проверкой, чтобы вовлечь студентов.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Маркетинг и Customer Experience (CX): Маркетологи и product-менеджеры, которые проводят исследования рынка и замеряют удовлетворенность клиентов (NPS/CSAT).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Организаторы мероприятий (Event-менеджеры): Специалисты, проводящие конференции и вебинары, которым нужен живой интерактив с аудиторией через голосования в реальном времени.</a:t>
            </a:r>
            <a:b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Конкретный портрет: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Char char="-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Имя: Анна, 30 лет, HR Business Partner в IT-компании на 70 сотрудников.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Char char="-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Боль: Ей нужно быстро собрать мнение команды по чувствительному вопросу (бонусы, выбор корпоратива, оценка нового графика). Существующие варианты: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Forms: Не анонимно (или иллюзия анонимности, коллеги все равно сомневаются). Скучно. Результаты надо сводить руками в Excel.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SurveyMonkey / Typeform: Платно для хорошего функционала. Долго настраивать дизайн. Избыточно для одного вопроса.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Чат в Telegram: Все ответы перемешаются, невозможно подвести итог.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774c6cd1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774c6cd1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Проблема, которую наш проект может решить: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Char char="-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Доверие: Сотрудники боятся честно высказываться о деньгах или руководстве, если опрос не выглядит анонимным.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Char char="-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Скорость: Создать опрос и получить результат нужно за 5 минут, а не за час настройки шаблонов.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Char char="-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Визуализация для руководства: Нужен красивый график, который можно вставить в презентацию PowerPoint прямо с экрана, не копаясь в настройках экспорта.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d1dfb3f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d1dfb3f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78f42e9b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78f42e9b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Как он решает проблему ЦА (Анны)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Char char="-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Голосование без регистрации: Анна заходит, вводит вопрос («Какой вариант бонуса предпочтительнее: ДМС или Фитнес?») и 2-4 варианта ответа. Всё.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Char char="-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Моментальный график: Анна открывает страницу результатов и видит, как столбики растут в реальном времени. Можно скопировать ссылку и показать руководству на созвоне.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774c6cd1c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774c6cd1c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Метрики успешности </a:t>
            </a:r>
            <a:endParaRPr b="1"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Время создания опроса (TTV - Time To Value): &lt; 40 секунд.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Сколько опросов создано: Цель на демо-день — 20 уникальных опросов от 10 разных «аккаунтов» (пусть даже без реги, по сессиям).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Глубина использования AI: Процент случаев, когда пользователь сохранил или скопировал текст AI-комментария к результату (это покажет, что фича реально полезна, а не просто игрушка).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774c6cd1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774c6cd1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774c6cd1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774c6cd1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774c6cd1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774c6cd1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d1dfb3f9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d1dfb3f9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774c6cd1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774c6cd1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d1dfb3f94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d1dfb3f94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78f42e9b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78f42e9b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Бизнес-модель:</a:t>
            </a:r>
            <a:r>
              <a:rPr b="1" lang="ru" sz="15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Рыночный потенциал: рост и возможности</a:t>
            </a:r>
            <a:endParaRPr b="1" sz="15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Рынок, на который вы выходите, не просто большой — он активно растет, что подтверждается независимыми исследованиями: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Рынок онлайн-опросов: Глобальный рынок программного обеспечения для онлайн-опросов оценивался в $3,48 млрд в 2024 году и, по прогнозам, вырастет до $3,94 млрд в 2025 году с ежегодным темпом роста (CAGR) в 13,2%. Другие исследования еще более оптимистичны: ожидается, что с 2025 по 2030 год рынок вырастет с $15,69 млрд до $36,2 млрд с CAGR 18,20%.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Roboto"/>
              <a:buChar char="●"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Рынок HR Tech в России: Этот рынок также переживает бум. 2025 год стал переломным: компании начали комплексно внедрять технологичные решения, в том числе на базе ИИ, во все процессы работы с людьми. При этом 77% HR-специалистов отмечают, что идеальная HR-система должна включать в себя инструменты аналитики. Прямо сейчас компании активно оцифровывают оценку персонала (32%) и его обучение (31%).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Freemium — основа для быстрого роста</a:t>
            </a:r>
            <a:b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Распространенная модель для небольших продуктов. Предоставление  базового функционала бесплатно, монетизация за счет дополнительные возможности.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Бесплатный тариф (основа):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Char char="-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Создание одного простого опроса (1 вопрос, до 10 вариантов ответа).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Char char="-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Срок жизни опроса до 48 часов.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Char char="-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Базовая визуализация результатов.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Char char="-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Ссылка на опрос на вашем домене.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Char char="-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Это решает задачу привлечения аудитории и демонстрации ценности.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Платные тарифы (Pro, Team, Enterprise):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Char char="-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Увеличение лимитов: Больше вопросов, больше вариантов ответа, больше участников, неограниченный срок жизни опроса.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Char char="-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Продвинутая кастомизация: Возможность убрать брендинг вашего сервиса, добавить свой логотип, выбрать цветовую схему (важно для корпоративных клиентов).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Char char="-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Командная работа: Несколько администраторов для одной компании, разделение прав доступа, единый дашборд для отдела HR.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Char char="-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Расширенная аналитика: Экспорт данных в CSV/PDF, доступ к истории всех опросов, детальные отчеты.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Char char="-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Интеграции: Возможность встраивать опросы на сайт компании (как виджет) или в корпоративные мессенджеры (Slack, Telegram).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774c6cd1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774c6cd1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Что даёт ML (Искусственный Интеллект)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сводка (Sentiment Analysis): В конце голосования ИИ анализирует не только выбор варианта, но и то, как быстро люди нажимали на кнопку (метаданные) + анонимные короткие комментарии. Итог: </a:t>
            </a:r>
            <a:r>
              <a:rPr i="1"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«Команда выбрала Фитнес (68%), но решения принимались с заметным колебанием и долгими раздумьями. Возможно, стоит обсудить третий вариант».</a:t>
            </a:r>
            <a:endParaRPr i="1"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400"/>
              <a:buFont typeface="Times New Roman"/>
              <a:buAutoNum type="arabicPeriod"/>
            </a:pP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AI-Формулировщик (Prompt Enhancer): Анна пишет: </a:t>
            </a:r>
            <a:r>
              <a:rPr i="1"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«Спросить хочу про бонусы, какие лучше».</a:t>
            </a: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ML перефразирует в профессиональный вопрос: </a:t>
            </a:r>
            <a:r>
              <a:rPr i="1"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«Уважаемые коллеги, голосование анонимно. Выберите наиболее ценный для вас пакет дополнительных льгот на следующий квартал».</a:t>
            </a:r>
            <a:r>
              <a:rPr lang="ru" sz="14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Это повышает культуру общения в компании без усилий со стороны Анны.</a:t>
            </a:r>
            <a:endParaRPr sz="1400">
              <a:solidFill>
                <a:srgbClr val="0F11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d1dfb3f94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ed1dfb3f94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d1dfb3f94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ed1dfb3f94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d1dfb3f94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d1dfb3f94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774c6cd1c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9774c6cd1c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Система опросов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7381700" y="4347375"/>
            <a:ext cx="15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Кейс №9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Состав команды</a:t>
            </a:r>
            <a:endParaRPr/>
          </a:p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465575" y="1603000"/>
            <a:ext cx="82332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Елена Чмутенко			LinkiChmu	тимлид, бэкенд</a:t>
            </a:r>
            <a:endParaRPr sz="1800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465575" y="2179750"/>
            <a:ext cx="85851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Владислав Ненилин	PurpleZeroys		PO, бизнес-аналитик, AI QA Engineer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465575" y="2803525"/>
            <a:ext cx="78153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Артём Перминов			roux-afk		фронтенд, UI</a:t>
            </a:r>
            <a:endParaRPr sz="1800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459725" y="3403825"/>
            <a:ext cx="7827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Владислав Фабрикант	framey1		фронтенд, DBA, SA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450875" y="4033525"/>
            <a:ext cx="78447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Максим Стец				Max-st21		бэкенд, ML-инженер</a:t>
            </a:r>
            <a:endParaRPr sz="1800"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450875" y="1114450"/>
            <a:ext cx="14655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Имя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2825450" y="1090025"/>
            <a:ext cx="18006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Никнейм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4572000" y="1079950"/>
            <a:ext cx="1953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Роль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Целевая аудитория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HR-менеджер или руководитель небольшого отдела в компании из 30-200 человек.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Боль: Ему нужно быстро собрать мнение команды по чувствительному вопросу (бонусы, выбор корпоратива, оценка нового графика).</a:t>
            </a:r>
            <a:endParaRPr/>
          </a:p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Проблемы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Доверие - сотрудники боятся что опрос не анонимен.</a:t>
            </a:r>
            <a:br>
              <a:rPr lang="ru"/>
            </a:br>
            <a:r>
              <a:rPr lang="ru"/>
              <a:t>Скорость - для создания опросов, может понадобиться много времени.</a:t>
            </a:r>
            <a:br>
              <a:rPr lang="ru"/>
            </a:br>
            <a:r>
              <a:rPr lang="ru"/>
              <a:t>Визуализация - нужна возможность быстро использовать данные опроса.</a:t>
            </a:r>
            <a:endParaRPr/>
          </a:p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Объём и рост рынка онлайн-опросов в России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Точная оценка сегмента онлайн-опросов — 5,4 млрд рублей (2024 г.)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Мировой рынок ПО для онлайн-опросов: 3.8 млрд$ (2023г) - 11.78 млрд$ (2032г)</a:t>
            </a:r>
            <a:endParaRPr/>
          </a:p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Концепция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Голосование без регистрации</a:t>
            </a:r>
            <a:br>
              <a:rPr lang="ru"/>
            </a:br>
            <a:r>
              <a:rPr lang="ru"/>
              <a:t>Быстрое получения результатов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Создание опросов с помощью ИИ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Анализ ответов с помощью ИИ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Метрики успешности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Время создания опроса</a:t>
            </a:r>
            <a:br>
              <a:rPr lang="ru"/>
            </a:br>
            <a:br>
              <a:rPr lang="ru"/>
            </a:br>
            <a:r>
              <a:rPr lang="ru"/>
              <a:t>Сколько опросов создано</a:t>
            </a:r>
            <a:br>
              <a:rPr lang="ru"/>
            </a:br>
            <a:br>
              <a:rPr lang="ru"/>
            </a:br>
            <a:r>
              <a:rPr lang="ru"/>
              <a:t>Использует ли пользователь ИИ</a:t>
            </a:r>
            <a:endParaRPr/>
          </a:p>
        </p:txBody>
      </p:sp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Пользовательские сценарии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1. HR: Голосование о бонусах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Анна за 30 секунд создает анонимный опрос, отправляет ссылку в чат и через час видит готовый график с AI-комментарием о близком результате.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2. Тимлид: Пульс команды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Михаил отправляет ссылку на опрос на митинге. Команда голосует с телефонов за 10 секунд. Результат на экране мгновенно — решение принято без споров.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3. Офис-менеджер: Защита от накруток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Система автоматически блокирует повторные попытки проголосовать с одного устройства, гарантируя честность выбора даты корпоратива.</a:t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Анализ конкурентов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4572000" y="1152475"/>
            <a:ext cx="4260300" cy="36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2"/>
                </a:solidFill>
                <a:highlight>
                  <a:srgbClr val="FFFFFF"/>
                </a:highlight>
              </a:rPr>
              <a:t>StrawPoll / Pollie - Прямой</a:t>
            </a:r>
            <a:endParaRPr sz="1000">
              <a:solidFill>
                <a:schemeClr val="accent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2"/>
                </a:solidFill>
                <a:highlight>
                  <a:srgbClr val="FFFFFF"/>
                </a:highlight>
              </a:rPr>
              <a:t>Простота, нет регистрации, скорость.</a:t>
            </a:r>
            <a:endParaRPr sz="1000">
              <a:solidFill>
                <a:schemeClr val="accent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2"/>
                </a:solidFill>
                <a:highlight>
                  <a:srgbClr val="FFFFFF"/>
                </a:highlight>
              </a:rPr>
              <a:t>Нет аналитики. Просто показывают проценты. Нет AI. Интерфейс часто перегружен рекламой.</a:t>
            </a:r>
            <a:endParaRPr sz="1000">
              <a:solidFill>
                <a:schemeClr val="accent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2"/>
                </a:solidFill>
                <a:highlight>
                  <a:srgbClr val="FFFFFF"/>
                </a:highlight>
              </a:rPr>
              <a:t>SurveyMonkey / Typeform - Косвенный</a:t>
            </a:r>
            <a:endParaRPr sz="1000">
              <a:solidFill>
                <a:schemeClr val="accent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2"/>
                </a:solidFill>
                <a:highlight>
                  <a:srgbClr val="FFFFFF"/>
                </a:highlight>
              </a:rPr>
              <a:t>Мощная аналитика, AI-функции.</a:t>
            </a:r>
            <a:endParaRPr sz="1000">
              <a:solidFill>
                <a:schemeClr val="accent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2"/>
                </a:solidFill>
                <a:highlight>
                  <a:srgbClr val="FFFFFF"/>
                </a:highlight>
              </a:rPr>
              <a:t>Перегружены. Создание простого опроса занимает слишком много времени. Анонимность вызывает сомнения у пользователей.</a:t>
            </a:r>
            <a:endParaRPr sz="1000">
              <a:solidFill>
                <a:schemeClr val="accent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2"/>
                </a:solidFill>
                <a:highlight>
                  <a:srgbClr val="FFFFFF"/>
                </a:highlight>
              </a:rPr>
              <a:t>Telegram-боты - Прямой</a:t>
            </a:r>
            <a:endParaRPr sz="1000">
              <a:solidFill>
                <a:schemeClr val="accent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2"/>
                </a:solidFill>
                <a:highlight>
                  <a:srgbClr val="FFFFFF"/>
                </a:highlight>
              </a:rPr>
              <a:t>Удобство и скорость в мессенджере.</a:t>
            </a:r>
            <a:endParaRPr sz="1000">
              <a:solidFill>
                <a:schemeClr val="accent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63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chemeClr val="accent2"/>
                </a:solidFill>
                <a:highlight>
                  <a:srgbClr val="FFFFFF"/>
                </a:highlight>
              </a:rPr>
              <a:t>Нет приватности. Данные остаются в Telegram. Нулевая визуализация и аналитика.</a:t>
            </a:r>
            <a:endParaRPr sz="1000">
              <a:solidFill>
                <a:schemeClr val="accent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accent2"/>
              </a:solidFill>
            </a:endParaRPr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350" y="1117175"/>
            <a:ext cx="3482792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Конкурентные преимущества</a:t>
            </a:r>
            <a:endParaRPr/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9175" y="1196600"/>
            <a:ext cx="4865639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Преимущество и позиционирование</a:t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Решение проблемы доверия — фокус на анонимности → честные HR-опросы и чувствительные темы (фидбек сотрудников и клиентов)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Целевой сегмент: «средний плюс» (между бесплатными масс-сервисами и дорогими Enterprise-решениями)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Ценность для бизнеса: ИИ + анонимность + законность = готовые инсайты без рисков утечки данных</a:t>
            </a:r>
            <a:endParaRPr/>
          </a:p>
        </p:txBody>
      </p:sp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445025"/>
            <a:ext cx="404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Функционал</a:t>
            </a:r>
            <a:endParaRPr/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311700" y="1152475"/>
            <a:ext cx="387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7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-"/>
            </a:pPr>
            <a:r>
              <a:rPr lang="ru" sz="1400">
                <a:solidFill>
                  <a:schemeClr val="accent2"/>
                </a:solidFill>
              </a:rPr>
              <a:t>Создание опроса вручную</a:t>
            </a:r>
            <a:endParaRPr sz="1400">
              <a:solidFill>
                <a:schemeClr val="accen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-"/>
            </a:pPr>
            <a:r>
              <a:rPr lang="ru" sz="1400">
                <a:solidFill>
                  <a:schemeClr val="accent2"/>
                </a:solidFill>
              </a:rPr>
              <a:t>AI-генерация опроса</a:t>
            </a:r>
            <a:endParaRPr sz="1400">
              <a:solidFill>
                <a:schemeClr val="accen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-"/>
            </a:pPr>
            <a:r>
              <a:rPr lang="ru" sz="1400">
                <a:solidFill>
                  <a:schemeClr val="accent2"/>
                </a:solidFill>
              </a:rPr>
              <a:t>Личный кабинет</a:t>
            </a:r>
            <a:endParaRPr sz="1400">
              <a:solidFill>
                <a:schemeClr val="accen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-"/>
            </a:pPr>
            <a:r>
              <a:rPr lang="ru" sz="1400">
                <a:solidFill>
                  <a:schemeClr val="accent2"/>
                </a:solidFill>
              </a:rPr>
              <a:t>Блок со всеми созданными опросами</a:t>
            </a:r>
            <a:endParaRPr sz="1400">
              <a:solidFill>
                <a:schemeClr val="accen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-"/>
            </a:pPr>
            <a:r>
              <a:rPr lang="ru" sz="1400">
                <a:solidFill>
                  <a:schemeClr val="accent2"/>
                </a:solidFill>
              </a:rPr>
              <a:t>Голосование без регистрации</a:t>
            </a:r>
            <a:endParaRPr sz="1400">
              <a:solidFill>
                <a:schemeClr val="accen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-"/>
            </a:pPr>
            <a:r>
              <a:rPr lang="ru" sz="1400">
                <a:solidFill>
                  <a:schemeClr val="accent2"/>
                </a:solidFill>
              </a:rPr>
              <a:t>Результаты и дашборд</a:t>
            </a:r>
            <a:endParaRPr sz="1400">
              <a:solidFill>
                <a:schemeClr val="accen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-"/>
            </a:pPr>
            <a:r>
              <a:rPr lang="ru" sz="1400">
                <a:solidFill>
                  <a:schemeClr val="accent2"/>
                </a:solidFill>
              </a:rPr>
              <a:t>Чат с ИИ по результатам</a:t>
            </a:r>
            <a:endParaRPr sz="1400">
              <a:solidFill>
                <a:schemeClr val="accen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-"/>
            </a:pPr>
            <a:r>
              <a:rPr lang="ru" sz="1400">
                <a:solidFill>
                  <a:schemeClr val="accent2"/>
                </a:solidFill>
              </a:rPr>
              <a:t>Защита от накруток</a:t>
            </a:r>
            <a:endParaRPr sz="14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45" name="Google Shape;14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6" name="Google Shape;146;p24"/>
          <p:cNvSpPr txBox="1"/>
          <p:nvPr/>
        </p:nvSpPr>
        <p:spPr>
          <a:xfrm>
            <a:off x="4520325" y="481325"/>
            <a:ext cx="40497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Ограничения</a:t>
            </a:r>
            <a:endParaRPr sz="25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4373225" y="1148875"/>
            <a:ext cx="4143000" cy="3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Отсутствие «конструктора» сложных анкет с ветвлением.</a:t>
            </a:r>
            <a:endParaRPr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Нет интеграций со Slack/CRM.</a:t>
            </a:r>
            <a:endParaRPr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rPr>
              <a:t>Нет загрузки логотипов и кастомизации цветов (только стандартный строгий UI).</a:t>
            </a:r>
            <a:endParaRPr>
              <a:solidFill>
                <a:schemeClr val="accent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815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</a:rPr>
              <a:t>Стек и Архитектура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3" name="Google Shape;15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54" name="Google Shape;1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5150" y="981800"/>
            <a:ext cx="5733702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Бизнес модель</a:t>
            </a:r>
            <a:endParaRPr/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Freemium — основа для быстрого роста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Распространенная модель для небольших продуктов. Предоставление  базового функционала бесплатно, монетизация за счет дополнительные возможности.</a:t>
            </a:r>
            <a:endParaRPr/>
          </a:p>
        </p:txBody>
      </p:sp>
      <p:sp>
        <p:nvSpPr>
          <p:cNvPr id="161" name="Google Shape;16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Использование ML</a:t>
            </a:r>
            <a:endParaRPr/>
          </a:p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AI-генерация опроса</a:t>
            </a:r>
            <a:endParaRPr b="1"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Пользователь описывает тему на естественном языке (например, «Хочу узнать, какие бонусы важнее: ДМС, обучение или доп. отпуск»). Система за секунды превращает описание в готовую структуру: вопрос, варианты ответов.</a:t>
            </a:r>
            <a:endParaRPr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- </a:t>
            </a:r>
            <a:r>
              <a:rPr lang="ru"/>
              <a:t>Снижение времени создания опроса с 10 минут до &lt;1 минуты.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- Полная совместимость с русским языком и корпоративной лексикой.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/>
              <a:t>AI-анализ результатов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После текстовая модель формирует понятное резюме: интерпретирует проценты, выделяет ключевые инсайты, даёт рекомендации (например, «Разрыв минимален – стоит провести второй тур»).</a:t>
            </a:r>
            <a:endParaRPr/>
          </a:p>
        </p:txBody>
      </p:sp>
      <p:sp>
        <p:nvSpPr>
          <p:cNvPr id="168" name="Google Shape;16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Доступность, Скорость ответа, Задержки. Openrouter</a:t>
            </a:r>
            <a:endParaRPr/>
          </a:p>
        </p:txBody>
      </p:sp>
      <p:sp>
        <p:nvSpPr>
          <p:cNvPr id="174" name="Google Shape;174;p28"/>
          <p:cNvSpPr txBox="1"/>
          <p:nvPr/>
        </p:nvSpPr>
        <p:spPr>
          <a:xfrm>
            <a:off x="4567425" y="1098975"/>
            <a:ext cx="4296000" cy="3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Deepseek - самая умная модель из представленных. Высокие задержки и низкая доступность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Nemotron - на 10% уступает deepseek, но у нее самые низкие задержки, и высокая скорость генерации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Owl-alpha и gemma 4 немного уступают nemotron, но у них также высокая доступность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5" name="Google Shape;17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31988"/>
            <a:ext cx="4079648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Результаты тестирования лучших моделей</a:t>
            </a:r>
            <a:endParaRPr/>
          </a:p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6005900" y="1152475"/>
            <a:ext cx="282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10 запросов подряд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Задержка и повторяемость учитывались только в действительных ответах</a:t>
            </a:r>
            <a:endParaRPr/>
          </a:p>
        </p:txBody>
      </p:sp>
      <p:pic>
        <p:nvPicPr>
          <p:cNvPr id="183" name="Google Shape;18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701100" cy="293438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Важные метрики</a:t>
            </a:r>
            <a:endParaRPr/>
          </a:p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311700" y="1152475"/>
            <a:ext cx="430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Для бизнеса: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100% действительных ответов — ни один сгенерированный опрос не требует ручной правки. Сотрудники не тратят время на исправление сбоев, а сервис не </a:t>
            </a:r>
            <a:r>
              <a:rPr lang="ru"/>
              <a:t>подведет</a:t>
            </a:r>
            <a:r>
              <a:rPr lang="ru"/>
              <a:t> в ответственный момент.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Повторяемость 90% — опросы получаются предсказуемо единообразными. Можно автоматически передавать их в другие HR-системы без дополнительной обработки.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Задержка 20 секунд — ожидание комфортно и окупается качеством. </a:t>
            </a:r>
            <a:endParaRPr/>
          </a:p>
        </p:txBody>
      </p:sp>
      <p:sp>
        <p:nvSpPr>
          <p:cNvPr id="191" name="Google Shape;19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92" name="Google Shape;192;p30"/>
          <p:cNvSpPr txBox="1"/>
          <p:nvPr/>
        </p:nvSpPr>
        <p:spPr>
          <a:xfrm>
            <a:off x="5067625" y="1152475"/>
            <a:ext cx="3601500" cy="35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Для пользователя:</a:t>
            </a:r>
            <a:endParaRPr sz="15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Опрос создаётся с первой попытки, без ошибок и перезапусков.</a:t>
            </a:r>
            <a:endParaRPr sz="15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Интерфейс не «залипает», а спокойно показывает прогресс, вызывая доверие.</a:t>
            </a:r>
            <a:endParaRPr sz="15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Результат приходит быстрее, чем ручное составление, и всегда по делу.</a:t>
            </a:r>
            <a:endParaRPr sz="15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</a:t>
            </a:r>
            <a:endParaRPr/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